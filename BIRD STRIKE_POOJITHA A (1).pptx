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9"/>
  </p:notesMasterIdLst>
  <p:sldIdLst>
    <p:sldId id="263" r:id="rId2"/>
    <p:sldId id="257" r:id="rId3"/>
    <p:sldId id="265" r:id="rId4"/>
    <p:sldId id="259" r:id="rId5"/>
    <p:sldId id="268" r:id="rId6"/>
    <p:sldId id="261" r:id="rId7"/>
    <p:sldId id="262" r:id="rId8"/>
  </p:sldIdLst>
  <p:sldSz cx="12192000" cy="6858000"/>
  <p:notesSz cx="6858000" cy="9144000"/>
  <p:embeddedFontLst>
    <p:embeddedFont>
      <p:font typeface="Rockwell" panose="02060603020205020403" pitchFamily="18" charset="0"/>
      <p:regular r:id="rId10"/>
      <p:bold r:id="rId11"/>
      <p:italic r:id="rId12"/>
      <p:boldItalic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CWqo/5NnyDiGL71q6AY7+rRJa9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6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128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7014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7" name="Google Shape;2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3742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7" name="Google Shape;2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14680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5275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endParaRPr lang="en-IN"/>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44618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endParaRPr lang="en-IN"/>
          </a:p>
        </p:txBody>
      </p:sp>
      <p:sp>
        <p:nvSpPr>
          <p:cNvPr id="6" name="Footer Placeholder 5"/>
          <p:cNvSpPr>
            <a:spLocks noGrp="1"/>
          </p:cNvSpPr>
          <p:nvPr>
            <p:ph type="ftr" sz="quarter" idx="11"/>
          </p:nvPr>
        </p:nvSpPr>
        <p:spPr>
          <a:xfrm>
            <a:off x="804672" y="6227064"/>
            <a:ext cx="10588752" cy="320040"/>
          </a:xfrm>
        </p:spPr>
        <p:txBody>
          <a:bodyPr/>
          <a:lstStyle/>
          <a:p>
            <a:endParaRPr lang="en-IN"/>
          </a:p>
        </p:txBody>
      </p:sp>
      <p:sp>
        <p:nvSpPr>
          <p:cNvPr id="7" name="Slide Number Placeholder 6"/>
          <p:cNvSpPr>
            <a:spLocks noGrp="1"/>
          </p:cNvSpPr>
          <p:nvPr>
            <p:ph type="sldNum" sz="quarter" idx="12"/>
          </p:nvPr>
        </p:nvSpPr>
        <p:spPr>
          <a:xfrm>
            <a:off x="10469880"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1886090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endParaRPr lang="en-IN"/>
          </a:p>
        </p:txBody>
      </p:sp>
      <p:sp>
        <p:nvSpPr>
          <p:cNvPr id="8" name="Footer Placeholder 7"/>
          <p:cNvSpPr>
            <a:spLocks noGrp="1"/>
          </p:cNvSpPr>
          <p:nvPr>
            <p:ph type="ftr" sz="quarter" idx="11"/>
          </p:nvPr>
        </p:nvSpPr>
        <p:spPr>
          <a:xfrm>
            <a:off x="804672" y="6227064"/>
            <a:ext cx="10588752" cy="320040"/>
          </a:xfrm>
        </p:spPr>
        <p:txBody>
          <a:bodyPr/>
          <a:lstStyle/>
          <a:p>
            <a:endParaRPr lang="en-IN"/>
          </a:p>
        </p:txBody>
      </p:sp>
      <p:sp>
        <p:nvSpPr>
          <p:cNvPr id="9" name="Slide Number Placeholder 8"/>
          <p:cNvSpPr>
            <a:spLocks noGrp="1"/>
          </p:cNvSpPr>
          <p:nvPr>
            <p:ph type="sldNum" sz="quarter" idx="12"/>
          </p:nvPr>
        </p:nvSpPr>
        <p:spPr>
          <a:xfrm>
            <a:off x="10469880"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67308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66945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endParaRPr lang="en-IN"/>
          </a:p>
        </p:txBody>
      </p:sp>
      <p:sp>
        <p:nvSpPr>
          <p:cNvPr id="3" name="Footer Placeholder 2"/>
          <p:cNvSpPr>
            <a:spLocks noGrp="1"/>
          </p:cNvSpPr>
          <p:nvPr>
            <p:ph type="ftr" sz="quarter" idx="11"/>
          </p:nvPr>
        </p:nvSpPr>
        <p:spPr>
          <a:xfrm>
            <a:off x="804672" y="6227064"/>
            <a:ext cx="10588752" cy="320040"/>
          </a:xfrm>
        </p:spPr>
        <p:txBody>
          <a:bodyPr/>
          <a:lstStyle/>
          <a:p>
            <a:endParaRPr lang="en-IN"/>
          </a:p>
        </p:txBody>
      </p:sp>
      <p:sp>
        <p:nvSpPr>
          <p:cNvPr id="4" name="Slide Number Placeholder 3"/>
          <p:cNvSpPr>
            <a:spLocks noGrp="1"/>
          </p:cNvSpPr>
          <p:nvPr>
            <p:ph type="sldNum" sz="quarter" idx="12"/>
          </p:nvPr>
        </p:nvSpPr>
        <p:spPr>
          <a:xfrm>
            <a:off x="10469880"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3899454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165009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endParaRPr lang="en-IN"/>
          </a:p>
        </p:txBody>
      </p:sp>
      <p:sp>
        <p:nvSpPr>
          <p:cNvPr id="6" name="Footer Placeholder 5"/>
          <p:cNvSpPr>
            <a:spLocks noGrp="1"/>
          </p:cNvSpPr>
          <p:nvPr>
            <p:ph type="ftr" sz="quarter" idx="11"/>
          </p:nvPr>
        </p:nvSpPr>
        <p:spPr>
          <a:xfrm>
            <a:off x="804672" y="6227064"/>
            <a:ext cx="5942203" cy="320040"/>
          </a:xfrm>
        </p:spPr>
        <p:txBody>
          <a:bodyPr/>
          <a:lstStyle/>
          <a:p>
            <a:endParaRPr lang="en-IN"/>
          </a:p>
        </p:txBody>
      </p:sp>
      <p:sp>
        <p:nvSpPr>
          <p:cNvPr id="7" name="Slide Number Placeholder 6"/>
          <p:cNvSpPr>
            <a:spLocks noGrp="1"/>
          </p:cNvSpPr>
          <p:nvPr>
            <p:ph type="sldNum" sz="quarter" idx="12"/>
          </p:nvPr>
        </p:nvSpPr>
        <p:spPr>
          <a:xfrm>
            <a:off x="5828377"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6125067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293480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endParaRPr lang="en-IN"/>
          </a:p>
        </p:txBody>
      </p:sp>
      <p:sp>
        <p:nvSpPr>
          <p:cNvPr id="5" name="Footer Placeholder 4"/>
          <p:cNvSpPr>
            <a:spLocks noGrp="1"/>
          </p:cNvSpPr>
          <p:nvPr>
            <p:ph type="ftr" sz="quarter" idx="11"/>
          </p:nvPr>
        </p:nvSpPr>
        <p:spPr>
          <a:xfrm>
            <a:off x="804672" y="6227064"/>
            <a:ext cx="10588752" cy="320040"/>
          </a:xfrm>
        </p:spPr>
        <p:txBody>
          <a:body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5354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cSld name="1_Section Header">
    <p:bg>
      <p:bgPr>
        <a:solidFill>
          <a:schemeClr val="accent2"/>
        </a:solidFill>
        <a:effectLst/>
      </p:bgPr>
    </p:bg>
    <p:spTree>
      <p:nvGrpSpPr>
        <p:cNvPr id="1" name="Shape 27"/>
        <p:cNvGrpSpPr/>
        <p:nvPr/>
      </p:nvGrpSpPr>
      <p:grpSpPr>
        <a:xfrm>
          <a:off x="0" y="0"/>
          <a:ext cx="0" cy="0"/>
          <a:chOff x="0" y="0"/>
          <a:chExt cx="0" cy="0"/>
        </a:xfrm>
      </p:grpSpPr>
      <p:sp>
        <p:nvSpPr>
          <p:cNvPr id="32" name="Google Shape;32;p10"/>
          <p:cNvSpPr txBox="1">
            <a:spLocks noGrp="1"/>
          </p:cNvSpPr>
          <p:nvPr>
            <p:ph type="title"/>
          </p:nvPr>
        </p:nvSpPr>
        <p:spPr>
          <a:xfrm>
            <a:off x="1167492" y="381000"/>
            <a:ext cx="9779183" cy="1325563"/>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800"/>
              <a:buFont typeface="Arial"/>
              <a:buNone/>
              <a:defRPr sz="48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
          <p:cNvSpPr txBox="1">
            <a:spLocks noGrp="1"/>
          </p:cNvSpPr>
          <p:nvPr>
            <p:ph type="body" idx="1"/>
          </p:nvPr>
        </p:nvSpPr>
        <p:spPr>
          <a:xfrm>
            <a:off x="1167492" y="2653167"/>
            <a:ext cx="9779183" cy="3436483"/>
          </a:xfrm>
          <a:prstGeom prst="rect">
            <a:avLst/>
          </a:prstGeom>
          <a:noFill/>
          <a:ln>
            <a:noFill/>
          </a:ln>
        </p:spPr>
        <p:txBody>
          <a:bodyPr spcFirstLastPara="1" wrap="square" lIns="91425" tIns="45700" rIns="91425" bIns="45700" anchor="t" anchorCtr="0">
            <a:noAutofit/>
          </a:bodyPr>
          <a:lstStyle>
            <a:lvl1pPr marL="457200" lvl="0" indent="-228600" algn="l">
              <a:lnSpc>
                <a:spcPct val="150000"/>
              </a:lnSpc>
              <a:spcBef>
                <a:spcPts val="1000"/>
              </a:spcBef>
              <a:spcAft>
                <a:spcPts val="0"/>
              </a:spcAft>
              <a:buClr>
                <a:schemeClr val="lt1"/>
              </a:buClr>
              <a:buSzPts val="2400"/>
              <a:buNone/>
              <a:defRPr sz="2400">
                <a:solidFill>
                  <a:schemeClr val="lt1"/>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0"/>
          <p:cNvSpPr txBox="1">
            <a:spLocks noGrp="1"/>
          </p:cNvSpPr>
          <p:nvPr>
            <p:ph type="dt" idx="10"/>
          </p:nvPr>
        </p:nvSpPr>
        <p:spPr>
          <a:xfrm>
            <a:off x="3810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0"/>
          <p:cNvSpPr txBox="1">
            <a:spLocks noGrp="1"/>
          </p:cNvSpPr>
          <p:nvPr>
            <p:ph type="sldNum" idx="12"/>
          </p:nvPr>
        </p:nvSpPr>
        <p:spPr>
          <a:xfrm>
            <a:off x="10206318" y="6356350"/>
            <a:ext cx="1604682"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accent3"/>
                </a:solidFill>
                <a:latin typeface="Arial"/>
                <a:ea typeface="Arial"/>
                <a:cs typeface="Arial"/>
                <a:sym typeface="Arial"/>
              </a:defRPr>
            </a:lvl1pPr>
            <a:lvl2pPr marL="0" lvl="1" indent="0" algn="r">
              <a:spcBef>
                <a:spcPts val="0"/>
              </a:spcBef>
              <a:buNone/>
              <a:defRPr sz="1200" b="0" i="0" u="none" strike="noStrike" cap="none">
                <a:solidFill>
                  <a:schemeClr val="accent3"/>
                </a:solidFill>
                <a:latin typeface="Arial"/>
                <a:ea typeface="Arial"/>
                <a:cs typeface="Arial"/>
                <a:sym typeface="Arial"/>
              </a:defRPr>
            </a:lvl2pPr>
            <a:lvl3pPr marL="0" lvl="2" indent="0" algn="r">
              <a:spcBef>
                <a:spcPts val="0"/>
              </a:spcBef>
              <a:buNone/>
              <a:defRPr sz="1200" b="0" i="0" u="none" strike="noStrike" cap="none">
                <a:solidFill>
                  <a:schemeClr val="accent3"/>
                </a:solidFill>
                <a:latin typeface="Arial"/>
                <a:ea typeface="Arial"/>
                <a:cs typeface="Arial"/>
                <a:sym typeface="Arial"/>
              </a:defRPr>
            </a:lvl3pPr>
            <a:lvl4pPr marL="0" lvl="3" indent="0" algn="r">
              <a:spcBef>
                <a:spcPts val="0"/>
              </a:spcBef>
              <a:buNone/>
              <a:defRPr sz="1200" b="0" i="0" u="none" strike="noStrike" cap="none">
                <a:solidFill>
                  <a:schemeClr val="accent3"/>
                </a:solidFill>
                <a:latin typeface="Arial"/>
                <a:ea typeface="Arial"/>
                <a:cs typeface="Arial"/>
                <a:sym typeface="Arial"/>
              </a:defRPr>
            </a:lvl4pPr>
            <a:lvl5pPr marL="0" lvl="4" indent="0" algn="r">
              <a:spcBef>
                <a:spcPts val="0"/>
              </a:spcBef>
              <a:buNone/>
              <a:defRPr sz="1200" b="0" i="0" u="none" strike="noStrike" cap="none">
                <a:solidFill>
                  <a:schemeClr val="accent3"/>
                </a:solidFill>
                <a:latin typeface="Arial"/>
                <a:ea typeface="Arial"/>
                <a:cs typeface="Arial"/>
                <a:sym typeface="Arial"/>
              </a:defRPr>
            </a:lvl5pPr>
            <a:lvl6pPr marL="0" lvl="5" indent="0" algn="r">
              <a:spcBef>
                <a:spcPts val="0"/>
              </a:spcBef>
              <a:buNone/>
              <a:defRPr sz="1200" b="0" i="0" u="none" strike="noStrike" cap="none">
                <a:solidFill>
                  <a:schemeClr val="accent3"/>
                </a:solidFill>
                <a:latin typeface="Arial"/>
                <a:ea typeface="Arial"/>
                <a:cs typeface="Arial"/>
                <a:sym typeface="Arial"/>
              </a:defRPr>
            </a:lvl6pPr>
            <a:lvl7pPr marL="0" lvl="6" indent="0" algn="r">
              <a:spcBef>
                <a:spcPts val="0"/>
              </a:spcBef>
              <a:buNone/>
              <a:defRPr sz="1200" b="0" i="0" u="none" strike="noStrike" cap="none">
                <a:solidFill>
                  <a:schemeClr val="accent3"/>
                </a:solidFill>
                <a:latin typeface="Arial"/>
                <a:ea typeface="Arial"/>
                <a:cs typeface="Arial"/>
                <a:sym typeface="Arial"/>
              </a:defRPr>
            </a:lvl7pPr>
            <a:lvl8pPr marL="0" lvl="7" indent="0" algn="r">
              <a:spcBef>
                <a:spcPts val="0"/>
              </a:spcBef>
              <a:buNone/>
              <a:defRPr sz="1200" b="0" i="0" u="none" strike="noStrike" cap="none">
                <a:solidFill>
                  <a:schemeClr val="accent3"/>
                </a:solidFill>
                <a:latin typeface="Arial"/>
                <a:ea typeface="Arial"/>
                <a:cs typeface="Arial"/>
                <a:sym typeface="Arial"/>
              </a:defRPr>
            </a:lvl8pPr>
            <a:lvl9pPr marL="0" lvl="8" indent="0" algn="r">
              <a:spcBef>
                <a:spcPts val="0"/>
              </a:spcBef>
              <a:buNone/>
              <a:defRPr sz="1200" b="0" i="0" u="none" strike="noStrike" cap="none">
                <a:solidFill>
                  <a:schemeClr val="accent3"/>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63981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 Title and Content" type="obj">
  <p:cSld name="2 Title and Content">
    <p:spTree>
      <p:nvGrpSpPr>
        <p:cNvPr id="1" name="Shape 37"/>
        <p:cNvGrpSpPr/>
        <p:nvPr/>
      </p:nvGrpSpPr>
      <p:grpSpPr>
        <a:xfrm>
          <a:off x="0" y="0"/>
          <a:ext cx="0" cy="0"/>
          <a:chOff x="0" y="0"/>
          <a:chExt cx="0" cy="0"/>
        </a:xfrm>
      </p:grpSpPr>
      <p:sp>
        <p:nvSpPr>
          <p:cNvPr id="38" name="Google Shape;38;p11"/>
          <p:cNvSpPr txBox="1">
            <a:spLocks noGrp="1"/>
          </p:cNvSpPr>
          <p:nvPr>
            <p:ph type="title"/>
          </p:nvPr>
        </p:nvSpPr>
        <p:spPr>
          <a:xfrm>
            <a:off x="1167492" y="381000"/>
            <a:ext cx="9779183" cy="1325563"/>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800"/>
              <a:buFont typeface="Arial"/>
              <a:buNone/>
              <a:defRPr sz="48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1"/>
          <p:cNvSpPr txBox="1">
            <a:spLocks noGrp="1"/>
          </p:cNvSpPr>
          <p:nvPr>
            <p:ph type="body" idx="1"/>
          </p:nvPr>
        </p:nvSpPr>
        <p:spPr>
          <a:xfrm>
            <a:off x="1167493" y="2528203"/>
            <a:ext cx="4663440" cy="28286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000"/>
              <a:buNone/>
              <a:defRPr sz="2000">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600"/>
              <a:buNone/>
              <a:defRPr sz="1600">
                <a:latin typeface="Arial"/>
                <a:ea typeface="Arial"/>
                <a:cs typeface="Arial"/>
                <a:sym typeface="Arial"/>
              </a:defRPr>
            </a:lvl3pPr>
            <a:lvl4pPr marL="1828800" lvl="3" indent="-228600" algn="l">
              <a:lnSpc>
                <a:spcPct val="90000"/>
              </a:lnSpc>
              <a:spcBef>
                <a:spcPts val="500"/>
              </a:spcBef>
              <a:spcAft>
                <a:spcPts val="0"/>
              </a:spcAft>
              <a:buClr>
                <a:schemeClr val="dk1"/>
              </a:buClr>
              <a:buSzPts val="1400"/>
              <a:buNone/>
              <a:defRPr sz="1400">
                <a:latin typeface="Arial"/>
                <a:ea typeface="Arial"/>
                <a:cs typeface="Arial"/>
                <a:sym typeface="Arial"/>
              </a:defRPr>
            </a:lvl4pPr>
            <a:lvl5pPr marL="2286000" lvl="4" indent="-228600" algn="l">
              <a:lnSpc>
                <a:spcPct val="90000"/>
              </a:lnSpc>
              <a:spcBef>
                <a:spcPts val="500"/>
              </a:spcBef>
              <a:spcAft>
                <a:spcPts val="0"/>
              </a:spcAft>
              <a:buClr>
                <a:schemeClr val="dk1"/>
              </a:buClr>
              <a:buSzPts val="1400"/>
              <a:buNone/>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3810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10153276" y="6356350"/>
            <a:ext cx="165772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accent2"/>
                </a:solidFill>
                <a:latin typeface="Arial"/>
                <a:ea typeface="Arial"/>
                <a:cs typeface="Arial"/>
                <a:sym typeface="Arial"/>
              </a:defRPr>
            </a:lvl1pPr>
            <a:lvl2pPr marL="0" lvl="1" indent="0" algn="r">
              <a:spcBef>
                <a:spcPts val="0"/>
              </a:spcBef>
              <a:buNone/>
              <a:defRPr sz="1200" b="0" i="0" u="none" strike="noStrike" cap="none">
                <a:solidFill>
                  <a:schemeClr val="accent2"/>
                </a:solidFill>
                <a:latin typeface="Arial"/>
                <a:ea typeface="Arial"/>
                <a:cs typeface="Arial"/>
                <a:sym typeface="Arial"/>
              </a:defRPr>
            </a:lvl2pPr>
            <a:lvl3pPr marL="0" lvl="2" indent="0" algn="r">
              <a:spcBef>
                <a:spcPts val="0"/>
              </a:spcBef>
              <a:buNone/>
              <a:defRPr sz="1200" b="0" i="0" u="none" strike="noStrike" cap="none">
                <a:solidFill>
                  <a:schemeClr val="accent2"/>
                </a:solidFill>
                <a:latin typeface="Arial"/>
                <a:ea typeface="Arial"/>
                <a:cs typeface="Arial"/>
                <a:sym typeface="Arial"/>
              </a:defRPr>
            </a:lvl3pPr>
            <a:lvl4pPr marL="0" lvl="3" indent="0" algn="r">
              <a:spcBef>
                <a:spcPts val="0"/>
              </a:spcBef>
              <a:buNone/>
              <a:defRPr sz="1200" b="0" i="0" u="none" strike="noStrike" cap="none">
                <a:solidFill>
                  <a:schemeClr val="accent2"/>
                </a:solidFill>
                <a:latin typeface="Arial"/>
                <a:ea typeface="Arial"/>
                <a:cs typeface="Arial"/>
                <a:sym typeface="Arial"/>
              </a:defRPr>
            </a:lvl4pPr>
            <a:lvl5pPr marL="0" lvl="4" indent="0" algn="r">
              <a:spcBef>
                <a:spcPts val="0"/>
              </a:spcBef>
              <a:buNone/>
              <a:defRPr sz="1200" b="0" i="0" u="none" strike="noStrike" cap="none">
                <a:solidFill>
                  <a:schemeClr val="accent2"/>
                </a:solidFill>
                <a:latin typeface="Arial"/>
                <a:ea typeface="Arial"/>
                <a:cs typeface="Arial"/>
                <a:sym typeface="Arial"/>
              </a:defRPr>
            </a:lvl5pPr>
            <a:lvl6pPr marL="0" lvl="5" indent="0" algn="r">
              <a:spcBef>
                <a:spcPts val="0"/>
              </a:spcBef>
              <a:buNone/>
              <a:defRPr sz="1200" b="0" i="0" u="none" strike="noStrike" cap="none">
                <a:solidFill>
                  <a:schemeClr val="accent2"/>
                </a:solidFill>
                <a:latin typeface="Arial"/>
                <a:ea typeface="Arial"/>
                <a:cs typeface="Arial"/>
                <a:sym typeface="Arial"/>
              </a:defRPr>
            </a:lvl6pPr>
            <a:lvl7pPr marL="0" lvl="6" indent="0" algn="r">
              <a:spcBef>
                <a:spcPts val="0"/>
              </a:spcBef>
              <a:buNone/>
              <a:defRPr sz="1200" b="0" i="0" u="none" strike="noStrike" cap="none">
                <a:solidFill>
                  <a:schemeClr val="accent2"/>
                </a:solidFill>
                <a:latin typeface="Arial"/>
                <a:ea typeface="Arial"/>
                <a:cs typeface="Arial"/>
                <a:sym typeface="Arial"/>
              </a:defRPr>
            </a:lvl7pPr>
            <a:lvl8pPr marL="0" lvl="7" indent="0" algn="r">
              <a:spcBef>
                <a:spcPts val="0"/>
              </a:spcBef>
              <a:buNone/>
              <a:defRPr sz="1200" b="0" i="0" u="none" strike="noStrike" cap="none">
                <a:solidFill>
                  <a:schemeClr val="accent2"/>
                </a:solidFill>
                <a:latin typeface="Arial"/>
                <a:ea typeface="Arial"/>
                <a:cs typeface="Arial"/>
                <a:sym typeface="Arial"/>
              </a:defRPr>
            </a:lvl8pPr>
            <a:lvl9pPr marL="0" lvl="8" indent="0" algn="r">
              <a:spcBef>
                <a:spcPts val="0"/>
              </a:spcBef>
              <a:buNone/>
              <a:defRPr sz="12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1"/>
          <p:cNvSpPr txBox="1">
            <a:spLocks noGrp="1"/>
          </p:cNvSpPr>
          <p:nvPr>
            <p:ph type="body" idx="2"/>
          </p:nvPr>
        </p:nvSpPr>
        <p:spPr>
          <a:xfrm>
            <a:off x="6283235" y="2528203"/>
            <a:ext cx="4663440" cy="28286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000"/>
              <a:buNone/>
              <a:defRPr sz="2000">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l">
              <a:lnSpc>
                <a:spcPct val="90000"/>
              </a:lnSpc>
              <a:spcBef>
                <a:spcPts val="500"/>
              </a:spcBef>
              <a:spcAft>
                <a:spcPts val="0"/>
              </a:spcAft>
              <a:buClr>
                <a:schemeClr val="dk1"/>
              </a:buClr>
              <a:buSzPts val="1600"/>
              <a:buNone/>
              <a:defRPr sz="1600">
                <a:latin typeface="Arial"/>
                <a:ea typeface="Arial"/>
                <a:cs typeface="Arial"/>
                <a:sym typeface="Arial"/>
              </a:defRPr>
            </a:lvl3pPr>
            <a:lvl4pPr marL="1828800" lvl="3" indent="-228600" algn="l">
              <a:lnSpc>
                <a:spcPct val="90000"/>
              </a:lnSpc>
              <a:spcBef>
                <a:spcPts val="500"/>
              </a:spcBef>
              <a:spcAft>
                <a:spcPts val="0"/>
              </a:spcAft>
              <a:buClr>
                <a:schemeClr val="dk1"/>
              </a:buClr>
              <a:buSzPts val="1400"/>
              <a:buNone/>
              <a:defRPr sz="1400">
                <a:latin typeface="Arial"/>
                <a:ea typeface="Arial"/>
                <a:cs typeface="Arial"/>
                <a:sym typeface="Arial"/>
              </a:defRPr>
            </a:lvl4pPr>
            <a:lvl5pPr marL="2286000" lvl="4" indent="-228600" algn="l">
              <a:lnSpc>
                <a:spcPct val="90000"/>
              </a:lnSpc>
              <a:spcBef>
                <a:spcPts val="500"/>
              </a:spcBef>
              <a:spcAft>
                <a:spcPts val="0"/>
              </a:spcAft>
              <a:buClr>
                <a:schemeClr val="dk1"/>
              </a:buClr>
              <a:buSzPts val="1400"/>
              <a:buNone/>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1"/>
          <p:cNvSpPr txBox="1">
            <a:spLocks noGrp="1"/>
          </p:cNvSpPr>
          <p:nvPr>
            <p:ph type="body" idx="3"/>
          </p:nvPr>
        </p:nvSpPr>
        <p:spPr>
          <a:xfrm>
            <a:off x="1167493" y="2005689"/>
            <a:ext cx="4663440" cy="52251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400"/>
              <a:buNone/>
              <a:defRPr sz="2400" b="1">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b="1">
                <a:latin typeface="Arial"/>
                <a:ea typeface="Arial"/>
                <a:cs typeface="Arial"/>
                <a:sym typeface="Arial"/>
              </a:defRPr>
            </a:lvl3pPr>
            <a:lvl4pPr marL="1828800" lvl="3" indent="-228600" algn="l">
              <a:lnSpc>
                <a:spcPct val="90000"/>
              </a:lnSpc>
              <a:spcBef>
                <a:spcPts val="500"/>
              </a:spcBef>
              <a:spcAft>
                <a:spcPts val="0"/>
              </a:spcAft>
              <a:buClr>
                <a:schemeClr val="dk1"/>
              </a:buClr>
              <a:buSzPts val="1600"/>
              <a:buNone/>
              <a:defRPr sz="1600" b="1">
                <a:latin typeface="Arial"/>
                <a:ea typeface="Arial"/>
                <a:cs typeface="Arial"/>
                <a:sym typeface="Arial"/>
              </a:defRPr>
            </a:lvl4pPr>
            <a:lvl5pPr marL="2286000" lvl="4" indent="-228600" algn="l">
              <a:lnSpc>
                <a:spcPct val="90000"/>
              </a:lnSpc>
              <a:spcBef>
                <a:spcPts val="500"/>
              </a:spcBef>
              <a:spcAft>
                <a:spcPts val="0"/>
              </a:spcAft>
              <a:buClr>
                <a:schemeClr val="dk1"/>
              </a:buClr>
              <a:buSzPts val="1600"/>
              <a:buNone/>
              <a:defRPr sz="1600" b="1">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1"/>
          <p:cNvSpPr txBox="1">
            <a:spLocks noGrp="1"/>
          </p:cNvSpPr>
          <p:nvPr>
            <p:ph type="body" idx="4"/>
          </p:nvPr>
        </p:nvSpPr>
        <p:spPr>
          <a:xfrm>
            <a:off x="6283235" y="2005689"/>
            <a:ext cx="4663440" cy="52251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400"/>
              <a:buNone/>
              <a:defRPr sz="2400" b="1">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b="1">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b="1">
                <a:latin typeface="Arial"/>
                <a:ea typeface="Arial"/>
                <a:cs typeface="Arial"/>
                <a:sym typeface="Arial"/>
              </a:defRPr>
            </a:lvl3pPr>
            <a:lvl4pPr marL="1828800" lvl="3" indent="-228600" algn="l">
              <a:lnSpc>
                <a:spcPct val="90000"/>
              </a:lnSpc>
              <a:spcBef>
                <a:spcPts val="500"/>
              </a:spcBef>
              <a:spcAft>
                <a:spcPts val="0"/>
              </a:spcAft>
              <a:buClr>
                <a:schemeClr val="dk1"/>
              </a:buClr>
              <a:buSzPts val="1600"/>
              <a:buNone/>
              <a:defRPr sz="1600" b="1">
                <a:latin typeface="Arial"/>
                <a:ea typeface="Arial"/>
                <a:cs typeface="Arial"/>
                <a:sym typeface="Arial"/>
              </a:defRPr>
            </a:lvl4pPr>
            <a:lvl5pPr marL="2286000" lvl="4" indent="-228600" algn="l">
              <a:lnSpc>
                <a:spcPct val="90000"/>
              </a:lnSpc>
              <a:spcBef>
                <a:spcPts val="500"/>
              </a:spcBef>
              <a:spcAft>
                <a:spcPts val="0"/>
              </a:spcAft>
              <a:buClr>
                <a:schemeClr val="dk1"/>
              </a:buClr>
              <a:buSzPts val="1600"/>
              <a:buNone/>
              <a:defRPr sz="1600" b="1">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83553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52"/>
        <p:cNvGrpSpPr/>
        <p:nvPr/>
      </p:nvGrpSpPr>
      <p:grpSpPr>
        <a:xfrm>
          <a:off x="0" y="0"/>
          <a:ext cx="0" cy="0"/>
          <a:chOff x="0" y="0"/>
          <a:chExt cx="0" cy="0"/>
        </a:xfrm>
      </p:grpSpPr>
      <p:sp>
        <p:nvSpPr>
          <p:cNvPr id="53" name="Google Shape;53;p12"/>
          <p:cNvSpPr txBox="1">
            <a:spLocks noGrp="1"/>
          </p:cNvSpPr>
          <p:nvPr>
            <p:ph type="ctrTitle"/>
          </p:nvPr>
        </p:nvSpPr>
        <p:spPr>
          <a:xfrm>
            <a:off x="1167494" y="1122363"/>
            <a:ext cx="6220278"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Arial"/>
              <a:buNone/>
              <a:defRPr sz="60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2"/>
          <p:cNvSpPr txBox="1">
            <a:spLocks noGrp="1"/>
          </p:cNvSpPr>
          <p:nvPr>
            <p:ph type="subTitle" idx="1"/>
          </p:nvPr>
        </p:nvSpPr>
        <p:spPr>
          <a:xfrm>
            <a:off x="1167493" y="3602038"/>
            <a:ext cx="6220277" cy="2247219"/>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2800"/>
              <a:buNone/>
              <a:defRPr sz="28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136124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6270746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ft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1"/>
          <p:cNvSpPr txBox="1">
            <a:spLocks noGrp="1"/>
          </p:cNvSpPr>
          <p:nvPr>
            <p:ph type="ctrTitle"/>
          </p:nvPr>
        </p:nvSpPr>
        <p:spPr>
          <a:xfrm>
            <a:off x="2081893" y="1501741"/>
            <a:ext cx="8307248" cy="23876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5400"/>
              <a:buFont typeface="Arial"/>
              <a:buNone/>
            </a:pPr>
            <a:r>
              <a:rPr lang="en-US" sz="5400" dirty="0"/>
              <a:t>DATA VISUALISATION OF BIRD STRIKES BETWEEN (2000-2011)</a:t>
            </a:r>
            <a:endParaRPr dirty="0"/>
          </a:p>
        </p:txBody>
      </p:sp>
    </p:spTree>
    <p:extLst>
      <p:ext uri="{BB962C8B-B14F-4D97-AF65-F5344CB8AC3E}">
        <p14:creationId xmlns:p14="http://schemas.microsoft.com/office/powerpoint/2010/main" val="194787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0"/>
                                        </p:tgtEl>
                                        <p:attrNameLst>
                                          <p:attrName>style.visibility</p:attrName>
                                        </p:attrNameLst>
                                      </p:cBhvr>
                                      <p:to>
                                        <p:strVal val="visible"/>
                                      </p:to>
                                    </p:set>
                                    <p:anim calcmode="lin" valueType="num">
                                      <p:cBhvr additive="base">
                                        <p:cTn id="7" dur="500" fill="hold"/>
                                        <p:tgtEl>
                                          <p:spTgt spid="190"/>
                                        </p:tgtEl>
                                        <p:attrNameLst>
                                          <p:attrName>ppt_x</p:attrName>
                                        </p:attrNameLst>
                                      </p:cBhvr>
                                      <p:tavLst>
                                        <p:tav tm="0">
                                          <p:val>
                                            <p:strVal val="#ppt_x"/>
                                          </p:val>
                                        </p:tav>
                                        <p:tav tm="100000">
                                          <p:val>
                                            <p:strVal val="#ppt_x"/>
                                          </p:val>
                                        </p:tav>
                                      </p:tavLst>
                                    </p:anim>
                                    <p:anim calcmode="lin" valueType="num">
                                      <p:cBhvr additive="base">
                                        <p:cTn id="8" dur="500" fill="hold"/>
                                        <p:tgtEl>
                                          <p:spTgt spid="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0">
              <a:schemeClr val="accent1">
                <a:lumMod val="45000"/>
                <a:lumOff val="55000"/>
              </a:schemeClr>
            </a:gs>
            <a:gs pos="0">
              <a:srgbClr val="E66C37"/>
            </a:gs>
          </a:gsLst>
          <a:lin ang="5400000" scaled="1"/>
        </a:gradFill>
        <a:effectLst/>
      </p:bgPr>
    </p:bg>
    <p:spTree>
      <p:nvGrpSpPr>
        <p:cNvPr id="1" name="Shape 195"/>
        <p:cNvGrpSpPr/>
        <p:nvPr/>
      </p:nvGrpSpPr>
      <p:grpSpPr>
        <a:xfrm>
          <a:off x="0" y="0"/>
          <a:ext cx="0" cy="0"/>
          <a:chOff x="0" y="0"/>
          <a:chExt cx="0" cy="0"/>
        </a:xfrm>
      </p:grpSpPr>
      <p:sp>
        <p:nvSpPr>
          <p:cNvPr id="196" name="Google Shape;196;p2"/>
          <p:cNvSpPr txBox="1">
            <a:spLocks noGrp="1"/>
          </p:cNvSpPr>
          <p:nvPr>
            <p:ph type="title"/>
          </p:nvPr>
        </p:nvSpPr>
        <p:spPr>
          <a:xfrm>
            <a:off x="299745" y="-104191"/>
            <a:ext cx="9779183" cy="95327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800"/>
              <a:buFont typeface="Arial"/>
              <a:buNone/>
            </a:pPr>
            <a:r>
              <a:rPr lang="en-US" dirty="0"/>
              <a:t>Introduction</a:t>
            </a:r>
            <a:endParaRPr dirty="0"/>
          </a:p>
        </p:txBody>
      </p:sp>
      <p:sp>
        <p:nvSpPr>
          <p:cNvPr id="197" name="Google Shape;197;p2"/>
          <p:cNvSpPr txBox="1">
            <a:spLocks noGrp="1"/>
          </p:cNvSpPr>
          <p:nvPr>
            <p:ph type="body" idx="1"/>
          </p:nvPr>
        </p:nvSpPr>
        <p:spPr>
          <a:xfrm>
            <a:off x="299745" y="849087"/>
            <a:ext cx="11646159" cy="4432038"/>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1000"/>
              </a:spcBef>
              <a:spcAft>
                <a:spcPts val="0"/>
              </a:spcAft>
              <a:buClr>
                <a:schemeClr val="lt1"/>
              </a:buClr>
              <a:buSzPts val="1800"/>
              <a:buNone/>
            </a:pPr>
            <a:r>
              <a:rPr lang="en-US" sz="1800" dirty="0">
                <a:solidFill>
                  <a:schemeClr val="tx1"/>
                </a:solidFill>
              </a:rPr>
              <a:t>Transport and communication are in the crucial domain in the field of analytics. Environmental impacts and safety are, nowadays, two major concerns of the scientific community with respect to transport scenarios and to the ever-growing urban areas. These issues gain more importance due to the increasing amount of vehicles and people. Seeking new solutions is reaching a point where available technologies and artificial intelligence, especially MAS, are being recognized as ways to cope with and tackle these kinds of problems in a distributed and more appropriate way. A bird strike is strictly defined as a collision between a bird and an aircraft which is in flight or on a take-off or landing roll. The term is often expanded to cover other wildlife strikes - with bats or ground animals. Bird Strike is common and can be a significant threat to aircraft safety. For smaller aircraft, significant damage may be caused to the aircraft structure and all aircraft, especially jet-engine ones, are vulnerable to the loss of thrust which can follow the ingestion of birds into engine air intakes. This has resulted in several fatal accidents. Bird strikes may occur during any phase of flight, but are most likely during the take-off, initial climb, approach and landing phases due to the greater numbers of birds in flight at lower levels. To have a closer look the following document visually depicts the data collected on Bird Strikes by FAA between 2000-2011.</a:t>
            </a:r>
            <a:endParaRPr sz="1800" dirty="0">
              <a:solidFill>
                <a:schemeClr val="tx1"/>
              </a:solidFill>
            </a:endParaRPr>
          </a:p>
        </p:txBody>
      </p:sp>
      <p:sp>
        <p:nvSpPr>
          <p:cNvPr id="198" name="Google Shape;198;p2"/>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5/5/2024</a:t>
            </a:r>
            <a:endParaRPr dirty="0"/>
          </a:p>
        </p:txBody>
      </p:sp>
      <p:sp>
        <p:nvSpPr>
          <p:cNvPr id="199" name="Google Shape;199;p2"/>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DATA VISUALISATION OF BIRD STRIKE (2000-2011)</a:t>
            </a:r>
            <a:endParaRPr dirty="0"/>
          </a:p>
        </p:txBody>
      </p:sp>
      <p:sp>
        <p:nvSpPr>
          <p:cNvPr id="200" name="Google Shape;200;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0">
              <a:schemeClr val="accent1">
                <a:lumMod val="45000"/>
                <a:lumOff val="55000"/>
              </a:schemeClr>
            </a:gs>
            <a:gs pos="0">
              <a:srgbClr val="E66C37"/>
            </a:gs>
          </a:gsLst>
          <a:lin ang="5400000" scaled="1"/>
        </a:gradFill>
        <a:effectLst/>
      </p:bgPr>
    </p:bg>
    <p:spTree>
      <p:nvGrpSpPr>
        <p:cNvPr id="1" name="Shape 204"/>
        <p:cNvGrpSpPr/>
        <p:nvPr/>
      </p:nvGrpSpPr>
      <p:grpSpPr>
        <a:xfrm>
          <a:off x="0" y="0"/>
          <a:ext cx="0" cy="0"/>
          <a:chOff x="0" y="0"/>
          <a:chExt cx="0" cy="0"/>
        </a:xfrm>
      </p:grpSpPr>
      <p:sp>
        <p:nvSpPr>
          <p:cNvPr id="205" name="Google Shape;205;p3"/>
          <p:cNvSpPr txBox="1">
            <a:spLocks noGrp="1"/>
          </p:cNvSpPr>
          <p:nvPr>
            <p:ph type="title"/>
          </p:nvPr>
        </p:nvSpPr>
        <p:spPr>
          <a:xfrm>
            <a:off x="374093" y="148846"/>
            <a:ext cx="9779183" cy="132556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800"/>
              <a:buFont typeface="Arial"/>
              <a:buNone/>
            </a:pPr>
            <a:r>
              <a:rPr lang="en-US" dirty="0"/>
              <a:t>Details of Data</a:t>
            </a:r>
            <a:endParaRPr dirty="0"/>
          </a:p>
        </p:txBody>
      </p:sp>
      <p:sp>
        <p:nvSpPr>
          <p:cNvPr id="212" name="Google Shape;212;p3"/>
          <p:cNvSpPr txBox="1">
            <a:spLocks noGrp="1"/>
          </p:cNvSpPr>
          <p:nvPr>
            <p:ph type="body" idx="1"/>
          </p:nvPr>
        </p:nvSpPr>
        <p:spPr>
          <a:xfrm rot="10800000">
            <a:off x="5830931" y="5193649"/>
            <a:ext cx="1240428" cy="101512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a:t> </a:t>
            </a:r>
            <a:endParaRPr/>
          </a:p>
        </p:txBody>
      </p:sp>
      <p:sp>
        <p:nvSpPr>
          <p:cNvPr id="206" name="Google Shape;206;p3"/>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5/5/2024</a:t>
            </a:r>
            <a:endParaRPr dirty="0"/>
          </a:p>
        </p:txBody>
      </p:sp>
      <p:sp>
        <p:nvSpPr>
          <p:cNvPr id="207" name="Google Shape;207;p3"/>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DATA VISUALISATION OF BIRD STRIKES(2000-2011)</a:t>
            </a:r>
            <a:endParaRPr dirty="0"/>
          </a:p>
        </p:txBody>
      </p:sp>
      <p:sp>
        <p:nvSpPr>
          <p:cNvPr id="208" name="Google Shape;208;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10" name="Google Shape;210;p3"/>
          <p:cNvSpPr txBox="1">
            <a:spLocks noGrp="1"/>
          </p:cNvSpPr>
          <p:nvPr>
            <p:ph type="body" idx="2"/>
          </p:nvPr>
        </p:nvSpPr>
        <p:spPr>
          <a:xfrm flipH="1">
            <a:off x="10946674" y="3986784"/>
            <a:ext cx="593053" cy="13700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a:t> </a:t>
            </a:r>
            <a:endParaRPr/>
          </a:p>
        </p:txBody>
      </p:sp>
      <p:sp>
        <p:nvSpPr>
          <p:cNvPr id="209" name="Google Shape;209;p3"/>
          <p:cNvSpPr txBox="1">
            <a:spLocks noGrp="1"/>
          </p:cNvSpPr>
          <p:nvPr>
            <p:ph type="body" idx="3"/>
          </p:nvPr>
        </p:nvSpPr>
        <p:spPr>
          <a:xfrm>
            <a:off x="11539726" y="3986784"/>
            <a:ext cx="257331" cy="2169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 </a:t>
            </a:r>
            <a:endParaRPr/>
          </a:p>
        </p:txBody>
      </p:sp>
      <p:sp>
        <p:nvSpPr>
          <p:cNvPr id="211" name="Google Shape;211;p3"/>
          <p:cNvSpPr txBox="1">
            <a:spLocks noGrp="1"/>
          </p:cNvSpPr>
          <p:nvPr>
            <p:ph type="body" idx="4"/>
          </p:nvPr>
        </p:nvSpPr>
        <p:spPr>
          <a:xfrm rot="10800000" flipH="1">
            <a:off x="10469879" y="2528202"/>
            <a:ext cx="476795" cy="15351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 </a:t>
            </a:r>
            <a:endParaRPr/>
          </a:p>
        </p:txBody>
      </p:sp>
      <p:sp>
        <p:nvSpPr>
          <p:cNvPr id="2" name="TextBox 1">
            <a:extLst>
              <a:ext uri="{FF2B5EF4-FFF2-40B4-BE49-F238E27FC236}">
                <a16:creationId xmlns:a16="http://schemas.microsoft.com/office/drawing/2014/main" id="{99453294-14C0-265E-9AE0-1E421CDC3295}"/>
              </a:ext>
            </a:extLst>
          </p:cNvPr>
          <p:cNvSpPr txBox="1"/>
          <p:nvPr/>
        </p:nvSpPr>
        <p:spPr>
          <a:xfrm>
            <a:off x="484489" y="1748050"/>
            <a:ext cx="10692882" cy="646331"/>
          </a:xfrm>
          <a:prstGeom prst="rect">
            <a:avLst/>
          </a:prstGeom>
          <a:noFill/>
        </p:spPr>
        <p:txBody>
          <a:bodyPr wrap="square" rtlCol="0">
            <a:spAutoFit/>
          </a:bodyPr>
          <a:lstStyle/>
          <a:p>
            <a:r>
              <a:rPr lang="en-US" dirty="0"/>
              <a:t>The given data has details about the following,</a:t>
            </a:r>
          </a:p>
          <a:p>
            <a:endParaRPr lang="en-IN" dirty="0"/>
          </a:p>
        </p:txBody>
      </p:sp>
      <p:graphicFrame>
        <p:nvGraphicFramePr>
          <p:cNvPr id="3" name="Table 2">
            <a:extLst>
              <a:ext uri="{FF2B5EF4-FFF2-40B4-BE49-F238E27FC236}">
                <a16:creationId xmlns:a16="http://schemas.microsoft.com/office/drawing/2014/main" id="{8C5B1614-34CD-B463-CEAA-44E9359430C7}"/>
              </a:ext>
            </a:extLst>
          </p:cNvPr>
          <p:cNvGraphicFramePr>
            <a:graphicFrameLocks noGrp="1"/>
          </p:cNvGraphicFramePr>
          <p:nvPr>
            <p:extLst>
              <p:ext uri="{D42A27DB-BD31-4B8C-83A1-F6EECF244321}">
                <p14:modId xmlns:p14="http://schemas.microsoft.com/office/powerpoint/2010/main" val="685536447"/>
              </p:ext>
            </p:extLst>
          </p:nvPr>
        </p:nvGraphicFramePr>
        <p:xfrm>
          <a:off x="1101011" y="2295331"/>
          <a:ext cx="10076359" cy="3441576"/>
        </p:xfrm>
        <a:graphic>
          <a:graphicData uri="http://schemas.openxmlformats.org/drawingml/2006/table">
            <a:tbl>
              <a:tblPr firstRow="1" bandRow="1">
                <a:tableStyleId>{5C22544A-7EE6-4342-B048-85BDC9FD1C3A}</a:tableStyleId>
              </a:tblPr>
              <a:tblGrid>
                <a:gridCol w="10076359">
                  <a:extLst>
                    <a:ext uri="{9D8B030D-6E8A-4147-A177-3AD203B41FA5}">
                      <a16:colId xmlns:a16="http://schemas.microsoft.com/office/drawing/2014/main" val="927384370"/>
                    </a:ext>
                  </a:extLst>
                </a:gridCol>
              </a:tblGrid>
              <a:tr h="430197">
                <a:tc>
                  <a:txBody>
                    <a:bodyPr/>
                    <a:lstStyle/>
                    <a:p>
                      <a:endParaRPr lang="en-IN" dirty="0"/>
                    </a:p>
                  </a:txBody>
                  <a:tcPr/>
                </a:tc>
                <a:extLst>
                  <a:ext uri="{0D108BD9-81ED-4DB2-BD59-A6C34878D82A}">
                    <a16:rowId xmlns:a16="http://schemas.microsoft.com/office/drawing/2014/main" val="1907826718"/>
                  </a:ext>
                </a:extLst>
              </a:tr>
              <a:tr h="430197">
                <a:tc>
                  <a:txBody>
                    <a:bodyPr/>
                    <a:lstStyle/>
                    <a:p>
                      <a:endParaRPr lang="en-IN"/>
                    </a:p>
                  </a:txBody>
                  <a:tcPr/>
                </a:tc>
                <a:extLst>
                  <a:ext uri="{0D108BD9-81ED-4DB2-BD59-A6C34878D82A}">
                    <a16:rowId xmlns:a16="http://schemas.microsoft.com/office/drawing/2014/main" val="810898953"/>
                  </a:ext>
                </a:extLst>
              </a:tr>
              <a:tr h="430197">
                <a:tc>
                  <a:txBody>
                    <a:bodyPr/>
                    <a:lstStyle/>
                    <a:p>
                      <a:endParaRPr lang="en-IN"/>
                    </a:p>
                  </a:txBody>
                  <a:tcPr/>
                </a:tc>
                <a:extLst>
                  <a:ext uri="{0D108BD9-81ED-4DB2-BD59-A6C34878D82A}">
                    <a16:rowId xmlns:a16="http://schemas.microsoft.com/office/drawing/2014/main" val="1117432226"/>
                  </a:ext>
                </a:extLst>
              </a:tr>
              <a:tr h="430197">
                <a:tc>
                  <a:txBody>
                    <a:bodyPr/>
                    <a:lstStyle/>
                    <a:p>
                      <a:endParaRPr lang="en-IN"/>
                    </a:p>
                  </a:txBody>
                  <a:tcPr/>
                </a:tc>
                <a:extLst>
                  <a:ext uri="{0D108BD9-81ED-4DB2-BD59-A6C34878D82A}">
                    <a16:rowId xmlns:a16="http://schemas.microsoft.com/office/drawing/2014/main" val="1879929597"/>
                  </a:ext>
                </a:extLst>
              </a:tr>
              <a:tr h="430197">
                <a:tc>
                  <a:txBody>
                    <a:bodyPr/>
                    <a:lstStyle/>
                    <a:p>
                      <a:endParaRPr lang="en-IN" dirty="0"/>
                    </a:p>
                  </a:txBody>
                  <a:tcPr/>
                </a:tc>
                <a:extLst>
                  <a:ext uri="{0D108BD9-81ED-4DB2-BD59-A6C34878D82A}">
                    <a16:rowId xmlns:a16="http://schemas.microsoft.com/office/drawing/2014/main" val="4259003836"/>
                  </a:ext>
                </a:extLst>
              </a:tr>
              <a:tr h="430197">
                <a:tc>
                  <a:txBody>
                    <a:bodyPr/>
                    <a:lstStyle/>
                    <a:p>
                      <a:endParaRPr lang="en-IN" dirty="0"/>
                    </a:p>
                  </a:txBody>
                  <a:tcPr/>
                </a:tc>
                <a:extLst>
                  <a:ext uri="{0D108BD9-81ED-4DB2-BD59-A6C34878D82A}">
                    <a16:rowId xmlns:a16="http://schemas.microsoft.com/office/drawing/2014/main" val="3937987501"/>
                  </a:ext>
                </a:extLst>
              </a:tr>
              <a:tr h="430197">
                <a:tc>
                  <a:txBody>
                    <a:bodyPr/>
                    <a:lstStyle/>
                    <a:p>
                      <a:endParaRPr lang="en-IN" dirty="0"/>
                    </a:p>
                  </a:txBody>
                  <a:tcPr/>
                </a:tc>
                <a:extLst>
                  <a:ext uri="{0D108BD9-81ED-4DB2-BD59-A6C34878D82A}">
                    <a16:rowId xmlns:a16="http://schemas.microsoft.com/office/drawing/2014/main" val="2464136919"/>
                  </a:ext>
                </a:extLst>
              </a:tr>
              <a:tr h="430197">
                <a:tc>
                  <a:txBody>
                    <a:bodyPr/>
                    <a:lstStyle/>
                    <a:p>
                      <a:endParaRPr lang="en-IN" dirty="0"/>
                    </a:p>
                  </a:txBody>
                  <a:tcPr/>
                </a:tc>
                <a:extLst>
                  <a:ext uri="{0D108BD9-81ED-4DB2-BD59-A6C34878D82A}">
                    <a16:rowId xmlns:a16="http://schemas.microsoft.com/office/drawing/2014/main" val="3255405367"/>
                  </a:ext>
                </a:extLst>
              </a:tr>
            </a:tbl>
          </a:graphicData>
        </a:graphic>
      </p:graphicFrame>
      <p:sp>
        <p:nvSpPr>
          <p:cNvPr id="5" name="TextBox 4">
            <a:extLst>
              <a:ext uri="{FF2B5EF4-FFF2-40B4-BE49-F238E27FC236}">
                <a16:creationId xmlns:a16="http://schemas.microsoft.com/office/drawing/2014/main" id="{0C4285AF-4B76-44FF-F134-9901489E103F}"/>
              </a:ext>
            </a:extLst>
          </p:cNvPr>
          <p:cNvSpPr txBox="1"/>
          <p:nvPr/>
        </p:nvSpPr>
        <p:spPr>
          <a:xfrm>
            <a:off x="1101011" y="2780522"/>
            <a:ext cx="9703838" cy="2540888"/>
          </a:xfrm>
          <a:prstGeom prst="rect">
            <a:avLst/>
          </a:prstGeom>
          <a:noFill/>
        </p:spPr>
        <p:txBody>
          <a:bodyPr wrap="square">
            <a:spAutoFit/>
          </a:bodyPr>
          <a:lstStyle/>
          <a:p>
            <a:pPr algn="just">
              <a:lnSpc>
                <a:spcPct val="150000"/>
              </a:lnSpc>
            </a:pPr>
            <a:r>
              <a:rPr lang="en-US" sz="1800" b="1" i="0" u="none" strike="noStrike" dirty="0">
                <a:effectLst/>
                <a:latin typeface="Calibri" panose="020F0502020204030204" pitchFamily="34" charset="0"/>
              </a:rPr>
              <a:t>Record ID,</a:t>
            </a:r>
            <a:r>
              <a:rPr lang="en-US" dirty="0"/>
              <a:t> </a:t>
            </a:r>
            <a:r>
              <a:rPr lang="en-US" sz="1800" b="1" i="0" u="none" strike="noStrike" dirty="0">
                <a:effectLst/>
                <a:latin typeface="Calibri" panose="020F0502020204030204" pitchFamily="34" charset="0"/>
              </a:rPr>
              <a:t>Aircraft: Type,</a:t>
            </a:r>
            <a:r>
              <a:rPr lang="en-US" dirty="0"/>
              <a:t> </a:t>
            </a:r>
            <a:r>
              <a:rPr lang="en-US" sz="1800" b="1" i="0" u="none" strike="noStrike" dirty="0">
                <a:effectLst/>
                <a:latin typeface="Calibri" panose="020F0502020204030204" pitchFamily="34" charset="0"/>
              </a:rPr>
              <a:t>Airport: Name,</a:t>
            </a:r>
            <a:r>
              <a:rPr lang="en-US" dirty="0"/>
              <a:t> </a:t>
            </a:r>
            <a:r>
              <a:rPr lang="en-US" sz="1800" b="1" i="0" u="none" strike="noStrike" dirty="0">
                <a:effectLst/>
                <a:latin typeface="Calibri" panose="020F0502020204030204" pitchFamily="34" charset="0"/>
              </a:rPr>
              <a:t>Altitude bin,</a:t>
            </a:r>
            <a:r>
              <a:rPr lang="en-US" dirty="0"/>
              <a:t> </a:t>
            </a:r>
            <a:r>
              <a:rPr lang="en-US" sz="1800" b="1" i="0" u="none" strike="noStrike" dirty="0">
                <a:effectLst/>
                <a:latin typeface="Calibri" panose="020F0502020204030204" pitchFamily="34" charset="0"/>
              </a:rPr>
              <a:t>Aircraft: Make/Model,</a:t>
            </a:r>
            <a:r>
              <a:rPr lang="en-US" dirty="0"/>
              <a:t> </a:t>
            </a:r>
            <a:r>
              <a:rPr lang="en-US" sz="1800" b="1" i="0" u="none" strike="noStrike" dirty="0">
                <a:effectLst/>
                <a:latin typeface="Calibri" panose="020F0502020204030204" pitchFamily="34" charset="0"/>
              </a:rPr>
              <a:t>Wildlife: Number struck,</a:t>
            </a:r>
            <a:r>
              <a:rPr lang="en-US" dirty="0"/>
              <a:t> </a:t>
            </a:r>
            <a:r>
              <a:rPr lang="en-US" sz="1800" b="1" i="0" u="none" strike="noStrike" dirty="0">
                <a:effectLst/>
                <a:latin typeface="Calibri" panose="020F0502020204030204" pitchFamily="34" charset="0"/>
              </a:rPr>
              <a:t>Wildlife: Number Struck Actual,</a:t>
            </a:r>
            <a:r>
              <a:rPr lang="en-US" dirty="0"/>
              <a:t> </a:t>
            </a:r>
            <a:r>
              <a:rPr lang="en-US" sz="1800" b="1" i="0" u="none" strike="noStrike" dirty="0">
                <a:effectLst/>
                <a:latin typeface="Calibri" panose="020F0502020204030204" pitchFamily="34" charset="0"/>
              </a:rPr>
              <a:t>Effect: Impact to flight,</a:t>
            </a:r>
            <a:r>
              <a:rPr lang="en-US" dirty="0"/>
              <a:t> </a:t>
            </a:r>
            <a:r>
              <a:rPr lang="en-US" sz="1800" b="1" i="0" u="none" strike="noStrike" dirty="0">
                <a:effectLst/>
                <a:latin typeface="Calibri" panose="020F0502020204030204" pitchFamily="34" charset="0"/>
              </a:rPr>
              <a:t>Flight Date,</a:t>
            </a:r>
            <a:r>
              <a:rPr lang="en-US" dirty="0"/>
              <a:t> </a:t>
            </a:r>
            <a:r>
              <a:rPr lang="en-US" sz="1800" b="1" i="0" u="none" strike="noStrike" dirty="0">
                <a:effectLst/>
                <a:latin typeface="Calibri" panose="020F0502020204030204" pitchFamily="34" charset="0"/>
              </a:rPr>
              <a:t>Effect: Indicated Damage,</a:t>
            </a:r>
            <a:r>
              <a:rPr lang="en-US" dirty="0"/>
              <a:t> </a:t>
            </a:r>
            <a:r>
              <a:rPr lang="en-US" sz="1800" b="1" i="0" u="none" strike="noStrike" dirty="0">
                <a:effectLst/>
                <a:latin typeface="Calibri" panose="020F0502020204030204" pitchFamily="34" charset="0"/>
              </a:rPr>
              <a:t>Aircraft: Number of engines?</a:t>
            </a:r>
            <a:r>
              <a:rPr lang="en-US" dirty="0"/>
              <a:t> </a:t>
            </a:r>
            <a:r>
              <a:rPr lang="en-US" sz="1800" b="1" i="0" u="none" strike="noStrike" dirty="0">
                <a:effectLst/>
                <a:latin typeface="Calibri" panose="020F0502020204030204" pitchFamily="34" charset="0"/>
              </a:rPr>
              <a:t>Aircraft: Airline/Operator,</a:t>
            </a:r>
            <a:r>
              <a:rPr lang="en-US" dirty="0"/>
              <a:t> </a:t>
            </a:r>
            <a:r>
              <a:rPr lang="en-US" sz="1800" b="1" i="0" u="none" strike="noStrike" dirty="0">
                <a:effectLst/>
                <a:latin typeface="Calibri" panose="020F0502020204030204" pitchFamily="34" charset="0"/>
              </a:rPr>
              <a:t>Origin State,</a:t>
            </a:r>
            <a:r>
              <a:rPr lang="en-US" dirty="0"/>
              <a:t> </a:t>
            </a:r>
            <a:r>
              <a:rPr lang="en-US" sz="1800" b="1" i="0" u="none" strike="noStrike" dirty="0">
                <a:effectLst/>
                <a:latin typeface="Calibri" panose="020F0502020204030204" pitchFamily="34" charset="0"/>
              </a:rPr>
              <a:t>When: Phase of flight,</a:t>
            </a:r>
            <a:r>
              <a:rPr lang="en-US" dirty="0"/>
              <a:t> </a:t>
            </a:r>
            <a:r>
              <a:rPr lang="en-US" sz="1800" b="1" i="0" u="none" strike="noStrike" dirty="0">
                <a:effectLst/>
                <a:latin typeface="Calibri" panose="020F0502020204030204" pitchFamily="34" charset="0"/>
              </a:rPr>
              <a:t>Conditions: Precipitation,</a:t>
            </a:r>
            <a:r>
              <a:rPr lang="en-US" dirty="0"/>
              <a:t> </a:t>
            </a:r>
            <a:r>
              <a:rPr lang="en-US" sz="1800" b="1" i="0" u="none" strike="noStrike" dirty="0">
                <a:effectLst/>
                <a:latin typeface="Calibri" panose="020F0502020204030204" pitchFamily="34" charset="0"/>
              </a:rPr>
              <a:t>Remains of wildlife collected?,</a:t>
            </a:r>
            <a:r>
              <a:rPr lang="en-US" dirty="0"/>
              <a:t> </a:t>
            </a:r>
            <a:r>
              <a:rPr lang="en-US" sz="1800" b="1" i="0" u="none" strike="noStrike" dirty="0">
                <a:effectLst/>
                <a:latin typeface="Calibri" panose="020F0502020204030204" pitchFamily="34" charset="0"/>
              </a:rPr>
              <a:t>Remains of wildlife sent to Smithsonian,</a:t>
            </a:r>
            <a:r>
              <a:rPr lang="en-US" dirty="0"/>
              <a:t> </a:t>
            </a:r>
            <a:r>
              <a:rPr lang="en-US" sz="1800" b="1" i="0" u="none" strike="noStrike" dirty="0">
                <a:effectLst/>
                <a:latin typeface="Calibri" panose="020F0502020204030204" pitchFamily="34" charset="0"/>
              </a:rPr>
              <a:t>Remarks</a:t>
            </a:r>
            <a:r>
              <a:rPr lang="en-US" dirty="0"/>
              <a:t> </a:t>
            </a:r>
            <a:r>
              <a:rPr lang="en-US" sz="1800" b="1" i="0" u="none" strike="noStrike" dirty="0">
                <a:effectLst/>
                <a:latin typeface="Calibri" panose="020F0502020204030204" pitchFamily="34" charset="0"/>
              </a:rPr>
              <a:t>Wildlife: Size,</a:t>
            </a:r>
            <a:r>
              <a:rPr lang="en-US" dirty="0"/>
              <a:t> </a:t>
            </a:r>
            <a:r>
              <a:rPr lang="en-US" sz="1800" b="1" i="0" u="none" strike="noStrike" dirty="0">
                <a:effectLst/>
                <a:latin typeface="Calibri" panose="020F0502020204030204" pitchFamily="34" charset="0"/>
              </a:rPr>
              <a:t>Conditions: Sky,</a:t>
            </a:r>
            <a:r>
              <a:rPr lang="en-US" dirty="0"/>
              <a:t> </a:t>
            </a:r>
            <a:r>
              <a:rPr lang="en-US" sz="1800" b="1" i="0" u="none" strike="noStrike" dirty="0">
                <a:effectLst/>
                <a:latin typeface="Calibri" panose="020F0502020204030204" pitchFamily="34" charset="0"/>
              </a:rPr>
              <a:t>Wildlife: Species,</a:t>
            </a:r>
            <a:r>
              <a:rPr lang="en-US" dirty="0"/>
              <a:t> </a:t>
            </a:r>
            <a:r>
              <a:rPr lang="en-US" sz="1800" b="1" i="0" u="none" strike="noStrike" dirty="0">
                <a:effectLst/>
                <a:latin typeface="Calibri" panose="020F0502020204030204" pitchFamily="34" charset="0"/>
              </a:rPr>
              <a:t>Pilot warned of birds or wildlife?,</a:t>
            </a:r>
            <a:r>
              <a:rPr lang="en-US" dirty="0"/>
              <a:t> </a:t>
            </a:r>
            <a:r>
              <a:rPr lang="en-US" sz="1800" b="1" i="0" u="none" strike="noStrike" dirty="0">
                <a:effectLst/>
                <a:latin typeface="Calibri" panose="020F0502020204030204" pitchFamily="34" charset="0"/>
              </a:rPr>
              <a:t>Cost: Total $,</a:t>
            </a:r>
            <a:r>
              <a:rPr lang="en-US" dirty="0"/>
              <a:t> </a:t>
            </a:r>
            <a:r>
              <a:rPr lang="en-US" sz="1800" b="1" i="0" u="none" strike="noStrike" dirty="0">
                <a:effectLst/>
                <a:latin typeface="Calibri" panose="020F0502020204030204" pitchFamily="34" charset="0"/>
              </a:rPr>
              <a:t>Feet above ground,</a:t>
            </a:r>
            <a:r>
              <a:rPr lang="en-US" dirty="0"/>
              <a:t> </a:t>
            </a:r>
            <a:r>
              <a:rPr lang="en-US" sz="1800" b="1" i="0" u="none" strike="noStrike" dirty="0">
                <a:effectLst/>
                <a:latin typeface="Calibri" panose="020F0502020204030204" pitchFamily="34" charset="0"/>
              </a:rPr>
              <a:t>Number of people injured</a:t>
            </a:r>
            <a:r>
              <a:rPr lang="en-US" sz="1800" b="1" i="0" u="none" strike="noStrike" dirty="0">
                <a:effectLst/>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a:t>
            </a:r>
            <a:r>
              <a:rPr lang="en-US" sz="1400" b="1" i="0" u="none" strike="noStrike" dirty="0">
                <a:effectLst/>
                <a:latin typeface="Arial" panose="020B0604020202020204" pitchFamily="34" charset="0"/>
                <a:cs typeface="Arial" panose="020B0604020202020204" pitchFamily="34" charset="0"/>
              </a:rPr>
              <a:t>Is the Aircraft Large?</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1064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0">
              <a:schemeClr val="accent1">
                <a:lumMod val="45000"/>
                <a:lumOff val="55000"/>
              </a:schemeClr>
            </a:gs>
            <a:gs pos="0">
              <a:srgbClr val="E66C37"/>
            </a:gs>
          </a:gsLst>
          <a:lin ang="5400000" scaled="1"/>
        </a:gradFill>
        <a:effectLst/>
      </p:bgPr>
    </p:bg>
    <p:spTree>
      <p:nvGrpSpPr>
        <p:cNvPr id="1" name="Shape 223"/>
        <p:cNvGrpSpPr/>
        <p:nvPr/>
      </p:nvGrpSpPr>
      <p:grpSpPr>
        <a:xfrm>
          <a:off x="0" y="0"/>
          <a:ext cx="0" cy="0"/>
          <a:chOff x="0" y="0"/>
          <a:chExt cx="0" cy="0"/>
        </a:xfrm>
      </p:grpSpPr>
      <p:sp>
        <p:nvSpPr>
          <p:cNvPr id="224" name="Google Shape;224;p4"/>
          <p:cNvSpPr txBox="1">
            <a:spLocks noGrp="1"/>
          </p:cNvSpPr>
          <p:nvPr>
            <p:ph type="title"/>
          </p:nvPr>
        </p:nvSpPr>
        <p:spPr>
          <a:xfrm>
            <a:off x="252951" y="0"/>
            <a:ext cx="9779183" cy="94358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800"/>
              <a:buFont typeface="Arial"/>
              <a:buNone/>
            </a:pPr>
            <a:r>
              <a:rPr lang="en-US" dirty="0"/>
              <a:t>Main KPIs</a:t>
            </a:r>
            <a:endParaRPr dirty="0"/>
          </a:p>
        </p:txBody>
      </p:sp>
      <p:sp>
        <p:nvSpPr>
          <p:cNvPr id="229" name="Google Shape;229;p4"/>
          <p:cNvSpPr txBox="1">
            <a:spLocks noGrp="1"/>
          </p:cNvSpPr>
          <p:nvPr>
            <p:ph type="body" idx="1"/>
          </p:nvPr>
        </p:nvSpPr>
        <p:spPr>
          <a:xfrm rot="-10422101">
            <a:off x="2915919" y="6734434"/>
            <a:ext cx="8766047" cy="2169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a:t> </a:t>
            </a:r>
            <a:endParaRPr/>
          </a:p>
        </p:txBody>
      </p:sp>
      <p:sp>
        <p:nvSpPr>
          <p:cNvPr id="225" name="Google Shape;225;p4"/>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5/5/2024</a:t>
            </a:r>
            <a:endParaRPr dirty="0"/>
          </a:p>
        </p:txBody>
      </p:sp>
      <p:sp>
        <p:nvSpPr>
          <p:cNvPr id="226" name="Google Shape;226;p4"/>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DATA VISUALISATION OF BIRD STRIKES( 2000-2011)</a:t>
            </a:r>
            <a:endParaRPr dirty="0"/>
          </a:p>
        </p:txBody>
      </p:sp>
      <p:sp>
        <p:nvSpPr>
          <p:cNvPr id="227" name="Google Shape;227;p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228" name="Google Shape;228;p4"/>
          <p:cNvSpPr txBox="1">
            <a:spLocks noGrp="1"/>
          </p:cNvSpPr>
          <p:nvPr>
            <p:ph type="body" idx="2"/>
          </p:nvPr>
        </p:nvSpPr>
        <p:spPr>
          <a:xfrm>
            <a:off x="7993392" y="3986784"/>
            <a:ext cx="3803666" cy="2169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t> </a:t>
            </a:r>
            <a:endParaRPr/>
          </a:p>
        </p:txBody>
      </p:sp>
      <p:sp>
        <p:nvSpPr>
          <p:cNvPr id="230" name="Google Shape;230;p4"/>
          <p:cNvSpPr txBox="1">
            <a:spLocks noGrp="1"/>
          </p:cNvSpPr>
          <p:nvPr>
            <p:ph type="body" idx="3"/>
          </p:nvPr>
        </p:nvSpPr>
        <p:spPr>
          <a:xfrm flipH="1">
            <a:off x="252951" y="1147865"/>
            <a:ext cx="11118682" cy="510638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dirty="0"/>
              <a:t>Visuals Depicting the Number of Bird Strikes </a:t>
            </a:r>
          </a:p>
          <a:p>
            <a:pPr marL="0" lvl="0" indent="0" algn="l" rtl="0">
              <a:lnSpc>
                <a:spcPct val="90000"/>
              </a:lnSpc>
              <a:spcBef>
                <a:spcPts val="0"/>
              </a:spcBef>
              <a:spcAft>
                <a:spcPts val="0"/>
              </a:spcAft>
              <a:buClr>
                <a:schemeClr val="dk1"/>
              </a:buClr>
              <a:buSzPts val="2400"/>
              <a:buNone/>
            </a:pPr>
            <a:r>
              <a:rPr lang="en-US" dirty="0"/>
              <a:t>● Yearly Analysis &amp; Bird Strikes in the US </a:t>
            </a:r>
          </a:p>
          <a:p>
            <a:pPr marL="0" lvl="0" indent="0" algn="l" rtl="0">
              <a:lnSpc>
                <a:spcPct val="90000"/>
              </a:lnSpc>
              <a:spcBef>
                <a:spcPts val="0"/>
              </a:spcBef>
              <a:spcAft>
                <a:spcPts val="0"/>
              </a:spcAft>
              <a:buClr>
                <a:schemeClr val="dk1"/>
              </a:buClr>
              <a:buSzPts val="2400"/>
              <a:buNone/>
            </a:pPr>
            <a:r>
              <a:rPr lang="en-US" dirty="0"/>
              <a:t>● Top 10 US Airlines in terms of having encountered bird strikes </a:t>
            </a:r>
          </a:p>
          <a:p>
            <a:pPr marL="0" lvl="0" indent="0" algn="l" rtl="0">
              <a:lnSpc>
                <a:spcPct val="90000"/>
              </a:lnSpc>
              <a:spcBef>
                <a:spcPts val="0"/>
              </a:spcBef>
              <a:spcAft>
                <a:spcPts val="0"/>
              </a:spcAft>
              <a:buClr>
                <a:schemeClr val="dk1"/>
              </a:buClr>
              <a:buSzPts val="2400"/>
              <a:buNone/>
            </a:pPr>
            <a:r>
              <a:rPr lang="en-US" dirty="0"/>
              <a:t>● Airports with most incidents of bird strikes – Top 10</a:t>
            </a:r>
          </a:p>
          <a:p>
            <a:pPr marL="0" lvl="0" indent="0" algn="l" rtl="0">
              <a:lnSpc>
                <a:spcPct val="90000"/>
              </a:lnSpc>
              <a:spcBef>
                <a:spcPts val="0"/>
              </a:spcBef>
              <a:spcAft>
                <a:spcPts val="0"/>
              </a:spcAft>
              <a:buClr>
                <a:schemeClr val="dk1"/>
              </a:buClr>
              <a:buSzPts val="2400"/>
              <a:buNone/>
            </a:pPr>
            <a:r>
              <a:rPr lang="en-US" dirty="0"/>
              <a:t>● Total Cost Incurred due to Bird Strikes. </a:t>
            </a:r>
          </a:p>
          <a:p>
            <a:pPr marL="0" lvl="0" indent="0" algn="l" rtl="0">
              <a:lnSpc>
                <a:spcPct val="90000"/>
              </a:lnSpc>
              <a:spcBef>
                <a:spcPts val="0"/>
              </a:spcBef>
              <a:spcAft>
                <a:spcPts val="0"/>
              </a:spcAft>
              <a:buClr>
                <a:schemeClr val="dk1"/>
              </a:buClr>
              <a:buSzPts val="2400"/>
              <a:buNone/>
            </a:pPr>
            <a:r>
              <a:rPr lang="en-US" dirty="0"/>
              <a:t>● When do most bird strikes occur?(Season, Year, Month)</a:t>
            </a:r>
          </a:p>
          <a:p>
            <a:pPr marL="0" lvl="0" indent="0" algn="l" rtl="0">
              <a:lnSpc>
                <a:spcPct val="90000"/>
              </a:lnSpc>
              <a:spcBef>
                <a:spcPts val="0"/>
              </a:spcBef>
              <a:spcAft>
                <a:spcPts val="0"/>
              </a:spcAft>
              <a:buClr>
                <a:schemeClr val="dk1"/>
              </a:buClr>
              <a:buSzPts val="2400"/>
              <a:buNone/>
            </a:pPr>
            <a:r>
              <a:rPr lang="en-US" dirty="0"/>
              <a:t>● Altitude of airplanes at the time of strike </a:t>
            </a:r>
          </a:p>
          <a:p>
            <a:pPr marL="0" lvl="0" indent="0" algn="l" rtl="0">
              <a:lnSpc>
                <a:spcPct val="90000"/>
              </a:lnSpc>
              <a:spcBef>
                <a:spcPts val="0"/>
              </a:spcBef>
              <a:spcAft>
                <a:spcPts val="0"/>
              </a:spcAft>
              <a:buClr>
                <a:schemeClr val="dk1"/>
              </a:buClr>
              <a:buSzPts val="2400"/>
              <a:buNone/>
            </a:pPr>
            <a:r>
              <a:rPr lang="en-US" dirty="0"/>
              <a:t>● Phase of flight at the time of the strike. </a:t>
            </a:r>
          </a:p>
          <a:p>
            <a:pPr marL="0" lvl="0" indent="0" algn="l" rtl="0">
              <a:lnSpc>
                <a:spcPct val="90000"/>
              </a:lnSpc>
              <a:spcBef>
                <a:spcPts val="0"/>
              </a:spcBef>
              <a:spcAft>
                <a:spcPts val="0"/>
              </a:spcAft>
              <a:buClr>
                <a:schemeClr val="dk1"/>
              </a:buClr>
              <a:buSzPts val="2400"/>
              <a:buNone/>
            </a:pPr>
            <a:r>
              <a:rPr lang="en-US" dirty="0"/>
              <a:t>● Average Altitude of the airplanes in different phases at the time of strike ● Effect of Bird Strikes &amp; Impact on Flight ● Effect of Strike at Different Altitude </a:t>
            </a:r>
          </a:p>
          <a:p>
            <a:pPr marL="0" lvl="0" indent="0" algn="l" rtl="0">
              <a:lnSpc>
                <a:spcPct val="90000"/>
              </a:lnSpc>
              <a:spcBef>
                <a:spcPts val="0"/>
              </a:spcBef>
              <a:spcAft>
                <a:spcPts val="0"/>
              </a:spcAft>
              <a:buClr>
                <a:schemeClr val="dk1"/>
              </a:buClr>
              <a:buSzPts val="2400"/>
              <a:buNone/>
            </a:pPr>
            <a:r>
              <a:rPr lang="en-US" dirty="0"/>
              <a:t>● Were Pilots Informed? &amp; Prior Warning and Effect of Strike Relation.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8"/>
        <p:cNvGrpSpPr/>
        <p:nvPr/>
      </p:nvGrpSpPr>
      <p:grpSpPr>
        <a:xfrm>
          <a:off x="0" y="0"/>
          <a:ext cx="0" cy="0"/>
          <a:chOff x="0" y="0"/>
          <a:chExt cx="0" cy="0"/>
        </a:xfrm>
      </p:grpSpPr>
      <p:sp>
        <p:nvSpPr>
          <p:cNvPr id="249" name="Google Shape;249;p6"/>
          <p:cNvSpPr txBox="1">
            <a:spLocks noGrp="1"/>
          </p:cNvSpPr>
          <p:nvPr>
            <p:ph type="title"/>
          </p:nvPr>
        </p:nvSpPr>
        <p:spPr>
          <a:xfrm>
            <a:off x="87549" y="0"/>
            <a:ext cx="9920615" cy="48638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800"/>
              <a:buFont typeface="Arial"/>
              <a:buNone/>
            </a:pPr>
            <a:r>
              <a:rPr lang="en-US" sz="2800" dirty="0"/>
              <a:t>My Design</a:t>
            </a:r>
            <a:endParaRPr sz="2800" dirty="0"/>
          </a:p>
        </p:txBody>
      </p:sp>
      <p:sp>
        <p:nvSpPr>
          <p:cNvPr id="253" name="Google Shape;253;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endParaRPr/>
          </a:p>
        </p:txBody>
      </p:sp>
      <p:sp>
        <p:nvSpPr>
          <p:cNvPr id="250" name="Google Shape;250;p6"/>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5/5/2024</a:t>
            </a:r>
            <a:endParaRPr dirty="0"/>
          </a:p>
        </p:txBody>
      </p:sp>
      <p:sp>
        <p:nvSpPr>
          <p:cNvPr id="251" name="Google Shape;251;p6"/>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DATA VISULISATION OF BIRD STRIKES (2000-2011)</a:t>
            </a:r>
            <a:endParaRPr dirty="0"/>
          </a:p>
        </p:txBody>
      </p:sp>
      <p:sp>
        <p:nvSpPr>
          <p:cNvPr id="252" name="Google Shape;252;p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3" name="Text Placeholder 2">
            <a:extLst>
              <a:ext uri="{FF2B5EF4-FFF2-40B4-BE49-F238E27FC236}">
                <a16:creationId xmlns:a16="http://schemas.microsoft.com/office/drawing/2014/main" id="{29AA2760-9D8C-A21C-3538-A0E1B23D1571}"/>
              </a:ext>
            </a:extLst>
          </p:cNvPr>
          <p:cNvSpPr>
            <a:spLocks noGrp="1"/>
          </p:cNvSpPr>
          <p:nvPr>
            <p:ph type="body" idx="2"/>
          </p:nvPr>
        </p:nvSpPr>
        <p:spPr/>
        <p:txBody>
          <a:bodyPr/>
          <a:lstStyle/>
          <a:p>
            <a:endParaRPr lang="en-IN" dirty="0"/>
          </a:p>
        </p:txBody>
      </p:sp>
      <p:pic>
        <p:nvPicPr>
          <p:cNvPr id="7" name="Picture 6">
            <a:extLst>
              <a:ext uri="{FF2B5EF4-FFF2-40B4-BE49-F238E27FC236}">
                <a16:creationId xmlns:a16="http://schemas.microsoft.com/office/drawing/2014/main" id="{031E75F2-B3BA-BE6C-F061-7F32F0FB368C}"/>
              </a:ext>
            </a:extLst>
          </p:cNvPr>
          <p:cNvPicPr>
            <a:picLocks noChangeAspect="1"/>
          </p:cNvPicPr>
          <p:nvPr/>
        </p:nvPicPr>
        <p:blipFill>
          <a:blip r:embed="rId3"/>
          <a:stretch>
            <a:fillRect/>
          </a:stretch>
        </p:blipFill>
        <p:spPr>
          <a:xfrm>
            <a:off x="356011" y="500405"/>
            <a:ext cx="11454988" cy="5857189"/>
          </a:xfrm>
          <a:prstGeom prst="rect">
            <a:avLst/>
          </a:prstGeom>
        </p:spPr>
      </p:pic>
    </p:spTree>
    <p:extLst>
      <p:ext uri="{BB962C8B-B14F-4D97-AF65-F5344CB8AC3E}">
        <p14:creationId xmlns:p14="http://schemas.microsoft.com/office/powerpoint/2010/main" val="3679870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8"/>
        <p:cNvGrpSpPr/>
        <p:nvPr/>
      </p:nvGrpSpPr>
      <p:grpSpPr>
        <a:xfrm>
          <a:off x="0" y="0"/>
          <a:ext cx="0" cy="0"/>
          <a:chOff x="0" y="0"/>
          <a:chExt cx="0" cy="0"/>
        </a:xfrm>
      </p:grpSpPr>
      <p:sp>
        <p:nvSpPr>
          <p:cNvPr id="249" name="Google Shape;249;p6"/>
          <p:cNvSpPr txBox="1">
            <a:spLocks noGrp="1"/>
          </p:cNvSpPr>
          <p:nvPr>
            <p:ph type="title"/>
          </p:nvPr>
        </p:nvSpPr>
        <p:spPr>
          <a:xfrm>
            <a:off x="228981" y="343373"/>
            <a:ext cx="9779183" cy="122683"/>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800"/>
              <a:buFont typeface="Arial"/>
              <a:buNone/>
            </a:pPr>
            <a:r>
              <a:rPr lang="en-US" sz="3200" dirty="0"/>
              <a:t>My Design</a:t>
            </a:r>
            <a:endParaRPr sz="3200" dirty="0"/>
          </a:p>
        </p:txBody>
      </p:sp>
      <p:sp>
        <p:nvSpPr>
          <p:cNvPr id="253" name="Google Shape;253;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endParaRPr/>
          </a:p>
        </p:txBody>
      </p:sp>
      <p:sp>
        <p:nvSpPr>
          <p:cNvPr id="250" name="Google Shape;250;p6"/>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5/5/2024</a:t>
            </a:r>
            <a:endParaRPr dirty="0"/>
          </a:p>
        </p:txBody>
      </p:sp>
      <p:sp>
        <p:nvSpPr>
          <p:cNvPr id="251" name="Google Shape;251;p6"/>
          <p:cNvSpPr txBox="1">
            <a:spLocks noGrp="1"/>
          </p:cNvSpPr>
          <p:nvPr>
            <p:ph type="ftr" idx="11"/>
          </p:nvPr>
        </p:nvSpPr>
        <p:spPr>
          <a:xfrm>
            <a:off x="3424137" y="6356350"/>
            <a:ext cx="597278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DATA VISUALISATION OF BIRS STRIKES (2000-2011)</a:t>
            </a:r>
            <a:endParaRPr dirty="0"/>
          </a:p>
        </p:txBody>
      </p:sp>
      <p:sp>
        <p:nvSpPr>
          <p:cNvPr id="252" name="Google Shape;252;p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3" name="Text Placeholder 2">
            <a:extLst>
              <a:ext uri="{FF2B5EF4-FFF2-40B4-BE49-F238E27FC236}">
                <a16:creationId xmlns:a16="http://schemas.microsoft.com/office/drawing/2014/main" id="{5CDBFADF-36C2-8B9C-619C-2B75CE39B0BB}"/>
              </a:ext>
            </a:extLst>
          </p:cNvPr>
          <p:cNvSpPr>
            <a:spLocks noGrp="1"/>
          </p:cNvSpPr>
          <p:nvPr>
            <p:ph type="body" idx="2"/>
          </p:nvPr>
        </p:nvSpPr>
        <p:spPr/>
        <p:txBody>
          <a:bodyPr/>
          <a:lstStyle/>
          <a:p>
            <a:endParaRPr lang="en-IN" dirty="0"/>
          </a:p>
        </p:txBody>
      </p:sp>
      <p:pic>
        <p:nvPicPr>
          <p:cNvPr id="7" name="Picture 6">
            <a:extLst>
              <a:ext uri="{FF2B5EF4-FFF2-40B4-BE49-F238E27FC236}">
                <a16:creationId xmlns:a16="http://schemas.microsoft.com/office/drawing/2014/main" id="{6AD1F025-739E-1D26-625A-2B0FE1667A7F}"/>
              </a:ext>
            </a:extLst>
          </p:cNvPr>
          <p:cNvPicPr>
            <a:picLocks noChangeAspect="1"/>
          </p:cNvPicPr>
          <p:nvPr/>
        </p:nvPicPr>
        <p:blipFill>
          <a:blip r:embed="rId3"/>
          <a:stretch>
            <a:fillRect/>
          </a:stretch>
        </p:blipFill>
        <p:spPr>
          <a:xfrm>
            <a:off x="0" y="448259"/>
            <a:ext cx="12328255" cy="59258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7000">
              <a:schemeClr val="accent1">
                <a:lumMod val="45000"/>
                <a:lumOff val="55000"/>
              </a:schemeClr>
            </a:gs>
            <a:gs pos="0">
              <a:schemeClr val="accent1">
                <a:lumMod val="45000"/>
                <a:lumOff val="55000"/>
              </a:schemeClr>
            </a:gs>
            <a:gs pos="0">
              <a:srgbClr val="E66C37"/>
            </a:gs>
          </a:gsLst>
          <a:lin ang="5400000" scaled="1"/>
        </a:gradFill>
        <a:effectLst/>
      </p:bgPr>
    </p:bg>
    <p:spTree>
      <p:nvGrpSpPr>
        <p:cNvPr id="1" name="Shape 260"/>
        <p:cNvGrpSpPr/>
        <p:nvPr/>
      </p:nvGrpSpPr>
      <p:grpSpPr>
        <a:xfrm>
          <a:off x="0" y="0"/>
          <a:ext cx="0" cy="0"/>
          <a:chOff x="0" y="0"/>
          <a:chExt cx="0" cy="0"/>
        </a:xfrm>
      </p:grpSpPr>
      <p:sp>
        <p:nvSpPr>
          <p:cNvPr id="261" name="Google Shape;261;p7"/>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6000"/>
              <a:buFont typeface="Arial"/>
              <a:buNone/>
            </a:pPr>
            <a:r>
              <a:rPr lang="en-US"/>
              <a:t>Thank you</a:t>
            </a:r>
            <a:endParaRPr/>
          </a:p>
        </p:txBody>
      </p:sp>
    </p:spTree>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3960F"/>
      </a:accent1>
      <a:accent2>
        <a:srgbClr val="E04116"/>
      </a:accent2>
      <a:accent3>
        <a:srgbClr val="9D4DE7"/>
      </a:accent3>
      <a:accent4>
        <a:srgbClr val="449EF3"/>
      </a:accent4>
      <a:accent5>
        <a:srgbClr val="39C6BE"/>
      </a:accent5>
      <a:accent6>
        <a:srgbClr val="88C933"/>
      </a:accent6>
      <a:hlink>
        <a:srgbClr val="EBB41F"/>
      </a:hlink>
      <a:folHlink>
        <a:srgbClr val="E1D676"/>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29B3952A-A5A2-4E72-A5C9-A88B41734E04}"/>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TM16401371[[fn=Atlas]]</Template>
  <TotalTime>217</TotalTime>
  <Words>592</Words>
  <Application>Microsoft Office PowerPoint</Application>
  <PresentationFormat>Widescreen</PresentationFormat>
  <Paragraphs>41</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Wingdings</vt:lpstr>
      <vt:lpstr>Rockwell</vt:lpstr>
      <vt:lpstr>Arial</vt:lpstr>
      <vt:lpstr>Calibri Light</vt:lpstr>
      <vt:lpstr>Calibri</vt:lpstr>
      <vt:lpstr>Atlas</vt:lpstr>
      <vt:lpstr>DATA VISUALISATION OF BIRD STRIKES BETWEEN (2000-2011)</vt:lpstr>
      <vt:lpstr>Introduction</vt:lpstr>
      <vt:lpstr>Details of Data</vt:lpstr>
      <vt:lpstr>Main KPIs</vt:lpstr>
      <vt:lpstr>My Design</vt:lpstr>
      <vt:lpstr>My Design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VISUALISATION OF BIRD STRIKES BETWEEN (2000-2011</dc:title>
  <dc:creator>NAVEEN SRINIVASAN</dc:creator>
  <cp:lastModifiedBy>poojililac12@gmail.com</cp:lastModifiedBy>
  <cp:revision>2</cp:revision>
  <dcterms:created xsi:type="dcterms:W3CDTF">2022-12-29T06:36:15Z</dcterms:created>
  <dcterms:modified xsi:type="dcterms:W3CDTF">2024-05-05T10:50:53Z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